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2" autoAdjust="0"/>
    <p:restoredTop sz="94660"/>
  </p:normalViewPr>
  <p:slideViewPr>
    <p:cSldViewPr snapToGrid="0">
      <p:cViewPr varScale="1">
        <p:scale>
          <a:sx n="53" d="100"/>
          <a:sy n="53" d="100"/>
        </p:scale>
        <p:origin x="18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11/27/2015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249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11/27/2015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06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11/27/2015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547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11/27/2015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149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11/27/2015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43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11/27/2015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084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11/27/2015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063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11/27/2015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537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11/27/2015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876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11/27/2015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560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11/27/2015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28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  <a:t>11/27/2015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300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0133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WPS Presentation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WPS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ACER</dc:creator>
  <dcterms:created xsi:type="dcterms:W3CDTF">2026-02-05T07:59:17Z</dcterms:created>
</cp:coreProperties>
</file>