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adaasd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adaasd</dc:title>
  <dc:creator>ACER</dc:creator>
  <cp:lastModifiedBy>ACER</cp:lastModifiedBy>
  <cp:revision>1</cp:revision>
  <dcterms:created xsi:type="dcterms:W3CDTF">2026-02-05T08:00:58Z</dcterms:created>
  <dcterms:modified xsi:type="dcterms:W3CDTF">2026-02-05T08:00:58Z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F73741047E0D4A29ABCF1130C6597C5D_12</vt:lpwstr>
  </property>
  <property fmtid="{D5CDD505-2E9C-101B-9397-08002B2CF9AE}" pid="3" name="KSOProductBuildVer">
    <vt:lpwstr>1033-12.2.0.13110</vt:lpwstr>
  </property>
</Properties>
</file>